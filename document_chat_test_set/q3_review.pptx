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Vendor Payment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Acme paid twice on PO-1042.</a:t>
            </a:r>
          </a:p>
          <a:p>
            <a:pPr>
              <a:defRPr sz="2000"/>
            </a:pPr>
            <a:r>
              <a:t>Two Q3 invoices reference PO-1042: INV-240701 and INV-240718.</a:t>
            </a:r>
          </a:p>
          <a:p>
            <a:pPr>
              <a:defRPr sz="2000"/>
            </a:pPr>
            <a:r>
              <a:t>Each invoice amount: $12,500.00</a:t>
            </a:r>
          </a:p>
          <a:p>
            <a:pPr>
              <a:defRPr sz="1600"/>
            </a:pPr>
            <a:r>
              <a:t>Review against payment records and the vendor contract before concluding that both payments were valid.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